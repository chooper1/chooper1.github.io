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layfair Displ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fairDisplay-regular.fntdata"/><Relationship Id="rId10" Type="http://schemas.openxmlformats.org/officeDocument/2006/relationships/slide" Target="slides/slide5.xml"/><Relationship Id="rId13" Type="http://schemas.openxmlformats.org/officeDocument/2006/relationships/font" Target="fonts/PlayfairDisplay-italic.fntdata"/><Relationship Id="rId12" Type="http://schemas.openxmlformats.org/officeDocument/2006/relationships/font" Target="fonts/PlayfairDispl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PlayfairDispl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077afb46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077afb46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c2ff6248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fc2ff6248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077afb46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077afb46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fc2ff624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fc2ff624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1948150"/>
            <a:ext cx="3645900" cy="2446500"/>
          </a:xfrm>
          <a:prstGeom prst="rect">
            <a:avLst/>
          </a:prstGeom>
          <a:solidFill>
            <a:srgbClr val="606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2201950"/>
            <a:ext cx="3158100" cy="1938900"/>
          </a:xfrm>
          <a:prstGeom prst="rect">
            <a:avLst/>
          </a:prstGeom>
          <a:solidFill>
            <a:srgbClr val="6060FF"/>
          </a:solidFill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300" y="2614900"/>
            <a:ext cx="2951400" cy="11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34863" y="207025"/>
            <a:ext cx="2474286" cy="164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rgbClr val="606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09150" y="109927"/>
            <a:ext cx="851750" cy="5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060FF"/>
              </a:buClr>
              <a:buSzPts val="3200"/>
              <a:buFont typeface="Playfair Display"/>
              <a:buNone/>
              <a:defRPr b="1" sz="3200">
                <a:solidFill>
                  <a:srgbClr val="6060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3096300" y="2333175"/>
            <a:ext cx="2951400" cy="171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Captain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244050"/>
            <a:ext cx="8520600" cy="17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go on your phone and discover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MILLIONS of delicious recipes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401725"/>
            <a:ext cx="8520600" cy="3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You go look through your fridge to figure out what ingredients you have</a:t>
            </a:r>
            <a:endParaRPr sz="1900"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You check through your cupboard to make sure you have all </a:t>
            </a:r>
            <a:r>
              <a:rPr lang="en" sz="1900"/>
              <a:t>the required equipment</a:t>
            </a:r>
            <a:endParaRPr sz="1900"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You check whether the recipe fits your budget </a:t>
            </a:r>
            <a:endParaRPr sz="1900"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You check whether you’ll have enough time to make it</a:t>
            </a:r>
            <a:endParaRPr sz="1900"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You create a shopping list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060FF"/>
                </a:solidFill>
              </a:rPr>
              <a:t>As you’re leaving for the store, you realize you need to plan meals for the next few days</a:t>
            </a:r>
            <a:endParaRPr b="1" sz="1900">
              <a:solidFill>
                <a:srgbClr val="6060FF"/>
              </a:solidFill>
            </a:endParaRPr>
          </a:p>
          <a:p>
            <a:pPr indent="-33115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You go back and find other recipes</a:t>
            </a:r>
            <a:endParaRPr sz="1900"/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900"/>
              <a:t>You go back through your fridge to figure out what else needs to be added to your shopping list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060FF"/>
                </a:solidFill>
              </a:rPr>
              <a:t>Armed with a full shopping list, you leave for the store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44050"/>
            <a:ext cx="8520600" cy="17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what store?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097800"/>
            <a:ext cx="8520600" cy="3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You go on your phone and map out different stores you need to go to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first one is out of several ingredients, so you go on your phone and try to think of substitutes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You can’t find any, so you have to go to a different store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060FF"/>
                </a:solidFill>
              </a:rPr>
              <a:t>You finally arrive back at home with all the ingredients you need, and you’re ready to go</a:t>
            </a:r>
            <a:endParaRPr b="1" sz="1900">
              <a:solidFill>
                <a:srgbClr val="6060FF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You have to cook different meals for multiple people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You have to follow multiple recipes with different timings 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6060FF"/>
                </a:solidFill>
              </a:rPr>
              <a:t>You finally finish cooking the meal, and you lay down, exhausted.</a:t>
            </a:r>
            <a:endParaRPr b="1" sz="1900">
              <a:solidFill>
                <a:srgbClr val="606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6060FF"/>
                </a:solidFill>
              </a:rPr>
              <a:t>“There must be a better way”, you mutter to yourself.</a:t>
            </a:r>
            <a:endParaRPr b="1" sz="1900">
              <a:solidFill>
                <a:srgbClr val="6060FF"/>
              </a:solidFill>
            </a:endParaRPr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1736846" y="221675"/>
            <a:ext cx="56703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Captain is here to guide you through the entire process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391550"/>
            <a:ext cx="8520600" cy="30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SzPts val="2150"/>
              <a:buChar char="●"/>
            </a:pPr>
            <a:r>
              <a:rPr b="1" lang="en" sz="2150">
                <a:solidFill>
                  <a:srgbClr val="6060FF"/>
                </a:solidFill>
              </a:rPr>
              <a:t>Shopping list is prepared for you</a:t>
            </a:r>
            <a:r>
              <a:rPr b="1" lang="en" sz="2150"/>
              <a:t> </a:t>
            </a:r>
            <a:r>
              <a:rPr lang="en" sz="2150"/>
              <a:t>for multiple recipes identifying the necessary ingredients in each recipe</a:t>
            </a:r>
            <a:endParaRPr sz="1850">
              <a:solidFill>
                <a:srgbClr val="6060FF"/>
              </a:solidFill>
            </a:endParaRPr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SzPts val="2150"/>
              <a:buChar char="●"/>
            </a:pPr>
            <a:r>
              <a:rPr b="1" lang="en" sz="2150">
                <a:solidFill>
                  <a:srgbClr val="6060FF"/>
                </a:solidFill>
              </a:rPr>
              <a:t>Guidance through the store</a:t>
            </a:r>
            <a:r>
              <a:rPr b="1" lang="en" sz="2150"/>
              <a:t> </a:t>
            </a:r>
            <a:r>
              <a:rPr lang="en" sz="2150"/>
              <a:t>by telling you where to look for each ingredient and advising you on potential </a:t>
            </a:r>
            <a:r>
              <a:rPr b="1" lang="en" sz="2150">
                <a:solidFill>
                  <a:srgbClr val="6060FF"/>
                </a:solidFill>
              </a:rPr>
              <a:t>substitutions</a:t>
            </a:r>
            <a:endParaRPr b="1" sz="2150">
              <a:solidFill>
                <a:srgbClr val="6060FF"/>
              </a:solidFill>
            </a:endParaRPr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SzPts val="2150"/>
              <a:buChar char="●"/>
            </a:pPr>
            <a:r>
              <a:rPr lang="en" sz="2150"/>
              <a:t>You are then guided through cooking each recipe with </a:t>
            </a:r>
            <a:r>
              <a:rPr b="1" lang="en" sz="2150">
                <a:solidFill>
                  <a:srgbClr val="6060FF"/>
                </a:solidFill>
              </a:rPr>
              <a:t>step-by-step</a:t>
            </a:r>
            <a:r>
              <a:rPr lang="en" sz="2150"/>
              <a:t> instructions, with a voice controlled interface allowing you to </a:t>
            </a:r>
            <a:r>
              <a:rPr b="1" lang="en" sz="2150">
                <a:solidFill>
                  <a:srgbClr val="6060FF"/>
                </a:solidFill>
              </a:rPr>
              <a:t>get your question answered instantly</a:t>
            </a:r>
            <a:endParaRPr b="1" sz="2150">
              <a:solidFill>
                <a:srgbClr val="6060FF"/>
              </a:solidFill>
            </a:endParaRPr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187502" y="4294025"/>
            <a:ext cx="87690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home to the store and back, Captain is there!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Planned Features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Estimated cost for selected recipes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Recipe suggestions based on preferences, previous meals, and nutritional information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Shopping list prepared for you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Identification of stores near you that carry each ingredient 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Step-by-step instructions throughout the cooking process 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Voice-controlled interface for asking questions while cooking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